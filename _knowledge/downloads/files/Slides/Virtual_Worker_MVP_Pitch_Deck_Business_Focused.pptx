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Worker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Your AI-powered digital operations team</a:t>
            </a:r>
          </a:p>
          <a:p>
            <a:pPr lvl="1">
              <a:defRPr sz="2000"/>
            </a:pPr>
            <a:r>
              <a:t>Executes real business tasks — not just chat responses</a:t>
            </a:r>
          </a:p>
          <a:p>
            <a:pPr lvl="1">
              <a:defRPr sz="2000"/>
            </a:pPr>
            <a:r>
              <a:t>Governed, auditable, enterprise-safe automation</a:t>
            </a:r>
          </a:p>
          <a:p>
            <a:pPr lvl="1">
              <a:defRPr sz="2000"/>
            </a:pPr>
            <a:r>
              <a:t>Built for Finance, Operations, Sales, Logistics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Business Pain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Finance teams manually consolidate reports every month</a:t>
            </a:r>
          </a:p>
          <a:p>
            <a:pPr lvl="1">
              <a:defRPr sz="2000"/>
            </a:pPr>
            <a:r>
              <a:t>Operations teams create tickets from alerts by hand</a:t>
            </a:r>
          </a:p>
          <a:p>
            <a:pPr lvl="1">
              <a:defRPr sz="2000"/>
            </a:pPr>
            <a:r>
              <a:t>Sales reps re-enter leads across multiple systems</a:t>
            </a:r>
          </a:p>
          <a:p>
            <a:pPr lvl="1">
              <a:defRPr sz="2000"/>
            </a:pPr>
            <a:r>
              <a:t>Logistics staff constantly track shipments manually</a:t>
            </a:r>
          </a:p>
          <a:p>
            <a:pPr lvl="1">
              <a:defRPr sz="2000"/>
            </a:pPr>
            <a:r>
              <a:t>Engineers spend hours reviewing long PRs and logs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in Real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User submits task in plain English</a:t>
            </a:r>
          </a:p>
          <a:p>
            <a:pPr lvl="1">
              <a:defRPr sz="2000"/>
            </a:pPr>
            <a:r>
              <a:t>AI understands the request and extracts key data</a:t>
            </a:r>
          </a:p>
          <a:p>
            <a:pPr lvl="1">
              <a:defRPr sz="2000"/>
            </a:pPr>
            <a:r>
              <a:t>Platform maps task to approved workflow template</a:t>
            </a:r>
          </a:p>
          <a:p>
            <a:pPr lvl="1">
              <a:defRPr sz="2000"/>
            </a:pPr>
            <a:r>
              <a:t>n8n executes across integrated systems</a:t>
            </a:r>
          </a:p>
          <a:p>
            <a:pPr lvl="1">
              <a:defRPr sz="2000"/>
            </a:pPr>
            <a:r>
              <a:t>Approval requested automatically for sensitive actions</a:t>
            </a:r>
          </a:p>
          <a:p>
            <a:pPr lvl="1">
              <a:defRPr sz="2000"/>
            </a:pPr>
            <a:r>
              <a:t>Every action logged for audit and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Finance: Generate expense summaries &amp; draft invoices in minutes</a:t>
            </a:r>
          </a:p>
          <a:p>
            <a:pPr lvl="1">
              <a:defRPr sz="2000"/>
            </a:pPr>
            <a:r>
              <a:t>Operations: Auto-create Jira tickets from monitoring alerts</a:t>
            </a:r>
          </a:p>
          <a:p>
            <a:pPr lvl="1">
              <a:defRPr sz="2000"/>
            </a:pPr>
            <a:r>
              <a:t>Sales: Capture leads → push to CRM → draft outreach email</a:t>
            </a:r>
          </a:p>
          <a:p>
            <a:pPr lvl="1">
              <a:defRPr sz="2000"/>
            </a:pPr>
            <a:r>
              <a:t>Logistics: Pull shipment status &amp; notify customers instantly</a:t>
            </a:r>
          </a:p>
          <a:p>
            <a:pPr lvl="1">
              <a:defRPr sz="2000"/>
            </a:pPr>
            <a:r>
              <a:t>Engineering: Summarize pull requests &amp; CI/CD status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Reduce repetitive digital workload by 40–60%</a:t>
            </a:r>
          </a:p>
          <a:p>
            <a:pPr lvl="1">
              <a:defRPr sz="2000"/>
            </a:pPr>
            <a:r>
              <a:t>Increase operational speed without increasing headcount</a:t>
            </a:r>
          </a:p>
          <a:p>
            <a:pPr lvl="1">
              <a:defRPr sz="2000"/>
            </a:pPr>
            <a:r>
              <a:t>Enforce governance through approval gates &amp; audit trails</a:t>
            </a:r>
          </a:p>
          <a:p>
            <a:pPr lvl="1">
              <a:defRPr sz="2000"/>
            </a:pPr>
            <a:r>
              <a:t>Standardize workflows across departments</a:t>
            </a:r>
          </a:p>
          <a:p>
            <a:pPr lvl="1">
              <a:defRPr sz="2000"/>
            </a:pPr>
            <a:r>
              <a:t>Foundation for scalable AI workforce transformation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