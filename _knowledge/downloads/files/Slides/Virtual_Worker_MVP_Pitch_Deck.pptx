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Worker Platform (VWP)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AI-powered digital workforce platform</a:t>
            </a:r>
          </a:p>
          <a:p>
            <a:pPr lvl="1">
              <a:defRPr sz="2000"/>
            </a:pPr>
            <a:r>
              <a:t>Combines Hugging Face intelligence with n8n automation</a:t>
            </a:r>
          </a:p>
          <a:p>
            <a:pPr lvl="1">
              <a:defRPr sz="2000"/>
            </a:pPr>
            <a:r>
              <a:t>Governed, auditable, enterprise-ready execution engine</a:t>
            </a:r>
          </a:p>
          <a:p>
            <a:pPr lvl="1">
              <a:defRPr sz="2000"/>
            </a:pPr>
            <a:r>
              <a:t>Focus: Finance, Ops, Sales, Logistics, Developer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Manual repetitive digital tasks consume operational time</a:t>
            </a:r>
          </a:p>
          <a:p>
            <a:pPr lvl="1">
              <a:defRPr sz="2000"/>
            </a:pPr>
            <a:r>
              <a:t>AI tools lack execution governance</a:t>
            </a:r>
          </a:p>
          <a:p>
            <a:pPr lvl="1">
              <a:defRPr sz="2000"/>
            </a:pPr>
            <a:r>
              <a:t>Automation tools lack intelligent interpretation</a:t>
            </a:r>
          </a:p>
          <a:p>
            <a:pPr lvl="1">
              <a:defRPr sz="2000"/>
            </a:pPr>
            <a:r>
              <a:t>Organizations need safe AI + deterministic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Natural language task intake</a:t>
            </a:r>
          </a:p>
          <a:p>
            <a:pPr lvl="1">
              <a:defRPr sz="2000"/>
            </a:pPr>
            <a:r>
              <a:t>Template-constrained execution model</a:t>
            </a:r>
          </a:p>
          <a:p>
            <a:pPr lvl="1">
              <a:defRPr sz="2000"/>
            </a:pPr>
            <a:r>
              <a:t>Approval-first governance system</a:t>
            </a:r>
          </a:p>
          <a:p>
            <a:pPr lvl="1">
              <a:defRPr sz="2000"/>
            </a:pPr>
            <a:r>
              <a:t>Multi-tenant, secure architecture</a:t>
            </a:r>
          </a:p>
          <a:p>
            <a:pPr lvl="1">
              <a:defRPr sz="2000"/>
            </a:pPr>
            <a:r>
              <a:t>Full audit trail for every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Focus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Finance: Reporting, invoice drafts, budget summaries</a:t>
            </a:r>
          </a:p>
          <a:p>
            <a:pPr lvl="1">
              <a:defRPr sz="2000"/>
            </a:pPr>
            <a:r>
              <a:t>Technical Operations: Incident reports, ticket automation</a:t>
            </a:r>
          </a:p>
          <a:p>
            <a:pPr lvl="1">
              <a:defRPr sz="2000"/>
            </a:pPr>
            <a:r>
              <a:t>Sales &amp; Marketing: Lead capture, CRM entry, outreach drafts</a:t>
            </a:r>
          </a:p>
          <a:p>
            <a:pPr lvl="1">
              <a:defRPr sz="2000"/>
            </a:pPr>
            <a:r>
              <a:t>Logistics: Shipment tracking, inventory alerts</a:t>
            </a:r>
          </a:p>
          <a:p>
            <a:pPr lvl="1">
              <a:defRPr sz="2000"/>
            </a:pPr>
            <a:r>
              <a:t>Developer: PR summaries, CI/CD status, deployment checklists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50%+ reduction in manual digital workload</a:t>
            </a:r>
          </a:p>
          <a:p>
            <a:pPr lvl="1">
              <a:defRPr sz="2000"/>
            </a:pPr>
            <a:r>
              <a:t>Safe AI execution with approval gating</a:t>
            </a:r>
          </a:p>
          <a:p>
            <a:pPr lvl="1">
              <a:defRPr sz="2000"/>
            </a:pPr>
            <a:r>
              <a:t>Reusable automation templates across departments</a:t>
            </a:r>
          </a:p>
          <a:p>
            <a:pPr lvl="1">
              <a:defRPr sz="2000"/>
            </a:pPr>
            <a:r>
              <a:t>Scalable digital workforce foundation</a:t>
            </a:r>
          </a:p>
          <a:p>
            <a:pPr lvl="1">
              <a:defRPr sz="2000"/>
            </a:pPr>
            <a:r>
              <a:t>Clear path to enterprise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