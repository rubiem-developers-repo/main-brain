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Inclusive Sans" charset="1" panose="00000000000000000000"/>
      <p:regular r:id="rId7"/>
    </p:embeddedFont>
    <p:embeddedFont>
      <p:font typeface="Lovelace Text Bold" charset="1" panose="00000700000000000000"/>
      <p:regular r:id="rId8"/>
    </p:embeddedFont>
    <p:embeddedFont>
      <p:font typeface="Lovelace Text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740" y="3077845"/>
            <a:ext cx="9734722" cy="6038850"/>
            <a:chOff x="0" y="0"/>
            <a:chExt cx="1446264" cy="8971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6264" cy="897177"/>
            </a:xfrm>
            <a:custGeom>
              <a:avLst/>
              <a:gdLst/>
              <a:ahLst/>
              <a:cxnLst/>
              <a:rect r="r" b="b" t="t" l="l"/>
              <a:pathLst>
                <a:path h="897177" w="1446264">
                  <a:moveTo>
                    <a:pt x="0" y="0"/>
                  </a:moveTo>
                  <a:lnTo>
                    <a:pt x="1446264" y="0"/>
                  </a:lnTo>
                  <a:lnTo>
                    <a:pt x="1446264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2"/>
              <a:stretch>
                <a:fillRect l="-5627" t="-120" r="-15378" b="-12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907745" y="7393598"/>
            <a:ext cx="4320154" cy="4320154"/>
          </a:xfrm>
          <a:custGeom>
            <a:avLst/>
            <a:gdLst/>
            <a:ahLst/>
            <a:cxnLst/>
            <a:rect r="r" b="b" t="t" l="l"/>
            <a:pathLst>
              <a:path h="4320154" w="4320154">
                <a:moveTo>
                  <a:pt x="0" y="0"/>
                </a:moveTo>
                <a:lnTo>
                  <a:pt x="4320154" y="0"/>
                </a:lnTo>
                <a:lnTo>
                  <a:pt x="4320154" y="4320154"/>
                </a:lnTo>
                <a:lnTo>
                  <a:pt x="0" y="43201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29988" y="854454"/>
            <a:ext cx="1793473" cy="1741964"/>
          </a:xfrm>
          <a:custGeom>
            <a:avLst/>
            <a:gdLst/>
            <a:ahLst/>
            <a:cxnLst/>
            <a:rect r="r" b="b" t="t" l="l"/>
            <a:pathLst>
              <a:path h="1741964" w="1793473">
                <a:moveTo>
                  <a:pt x="0" y="0"/>
                </a:moveTo>
                <a:lnTo>
                  <a:pt x="1793473" y="0"/>
                </a:lnTo>
                <a:lnTo>
                  <a:pt x="1793473" y="1741963"/>
                </a:lnTo>
                <a:lnTo>
                  <a:pt x="0" y="1741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34675" y="1562141"/>
            <a:ext cx="6333147" cy="2426343"/>
            <a:chOff x="0" y="0"/>
            <a:chExt cx="8444196" cy="323512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50123"/>
              <a:ext cx="8444196" cy="1885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2"/>
                </a:lnSpc>
              </a:pPr>
              <a:r>
                <a:rPr lang="en-US" sz="2023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Employees can describe tasks using natural language, making interaction simple and intuitive for everyone involved. Or upload a job description that will frame the AI’s tasks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8444196" cy="1130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0"/>
                </a:lnSpc>
              </a:pPr>
              <a:r>
                <a:rPr lang="en-US" sz="2758" spc="-55" strike="noStrike" u="none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Natural Language Input or Job Description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55817" y="1561821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CEFF4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734675" y="4248150"/>
            <a:ext cx="6524625" cy="2437810"/>
            <a:chOff x="0" y="0"/>
            <a:chExt cx="8699500" cy="325041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06716"/>
              <a:ext cx="8699500" cy="24436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18"/>
                </a:lnSpc>
              </a:pPr>
              <a:r>
                <a:rPr lang="en-US" sz="2084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The system efficiently translates requests into structured workflows, automating tasks across multiple systems to enhance productivity. The system converts business processes into AI workflows.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0"/>
              <a:ext cx="8699500" cy="577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10"/>
                </a:lnSpc>
              </a:pPr>
              <a:r>
                <a:rPr lang="en-US" sz="2842" spc="-56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Process </a:t>
              </a:r>
              <a:r>
                <a:rPr lang="en-US" sz="2842" spc="-56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Automation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55817" y="425923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CEFF4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734675" y="6934200"/>
            <a:ext cx="6886575" cy="2182495"/>
            <a:chOff x="0" y="0"/>
            <a:chExt cx="9182100" cy="290999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854075"/>
              <a:ext cx="91821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Built-in governance features ensure security and compliance, with approvals and audit trails maintaining organizational integrity throughout processes.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sz="3000" spc="-60">
                  <a:solidFill>
                    <a:srgbClr val="DCEFF4"/>
                  </a:solidFill>
                  <a:latin typeface="Inclusive Sans"/>
                  <a:ea typeface="Inclusive Sans"/>
                  <a:cs typeface="Inclusive Sans"/>
                  <a:sym typeface="Inclusive Sans"/>
                </a:rPr>
                <a:t>Comprehensive Governance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655817" y="6945288"/>
            <a:ext cx="77405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b="true" sz="2600">
                <a:solidFill>
                  <a:srgbClr val="DCEFF4"/>
                </a:solidFill>
                <a:latin typeface="Lovelace Text Bold"/>
                <a:ea typeface="Lovelace Text Bold"/>
                <a:cs typeface="Lovelace Text Bold"/>
                <a:sym typeface="Lovelace Text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809625"/>
            <a:ext cx="8477250" cy="197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11"/>
              </a:lnSpc>
            </a:pPr>
            <a:r>
              <a:rPr lang="en-US" sz="7611">
                <a:solidFill>
                  <a:srgbClr val="DCEFF4"/>
                </a:solidFill>
                <a:latin typeface="Lovelace Text"/>
                <a:ea typeface="Lovelace Text"/>
                <a:cs typeface="Lovelace Text"/>
                <a:sym typeface="Lovelace Text"/>
              </a:rPr>
              <a:t>NeuroWorks </a:t>
            </a:r>
          </a:p>
          <a:p>
            <a:pPr algn="l" marL="0" indent="0" lvl="0">
              <a:lnSpc>
                <a:spcPts val="7611"/>
              </a:lnSpc>
            </a:pPr>
            <a:r>
              <a:rPr lang="en-US" sz="7611">
                <a:solidFill>
                  <a:srgbClr val="DCEFF4"/>
                </a:solidFill>
                <a:latin typeface="Lovelace Text"/>
                <a:ea typeface="Lovelace Text"/>
                <a:cs typeface="Lovelace Text"/>
                <a:sym typeface="Lovelace Text"/>
              </a:rPr>
              <a:t>AI workforce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Natural Language Input</dc:description>
  <dc:identifier>DAHDwgwKgp0</dc:identifier>
  <dcterms:modified xsi:type="dcterms:W3CDTF">2011-08-01T06:04:30Z</dcterms:modified>
  <cp:revision>1</cp:revision>
  <dc:title>Presentation - Natural Language Input</dc:title>
</cp:coreProperties>
</file>