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Afreximbank</a:t>
            </a:r>
            <a:br/>
            <a:r>
              <a:t>High-Impact Trade &amp; Development Investment Portfolio</a:t>
            </a:r>
          </a:p>
          <a:p>
            <a:pPr algn="ctr">
              <a:defRPr sz="1800">
                <a:solidFill>
                  <a:srgbClr val="2D2D2D"/>
                </a:solidFill>
              </a:defRPr>
            </a:pPr>
            <a:r>
              <a:t>Zimbabwe Focus | SADC Regional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Minerals Processing &amp; Beneficiation (Lithium)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Lithium beneficiation facility converting raw ore into battery-grade products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FX growth, industrialisation, skilled employment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battery minerals beneficiation hub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1–2bn | SADC USD 10bn+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50–100m | IRR 18–25% | Payback 4–6 yrs | Risk: Medium–High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Renewable Energy &amp; Power Infrastructure (Solar + Storage)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Utility-scale and embedded solar with battery storage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Energy security for industry, mining, hospitals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Replicable IPP model across power-deficit markets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&gt;1,000MW gap | SADC USD 20bn+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20–80m | IRR 12–18% | Payback 6–8 yrs | Risk: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Beef, Seed Systems &amp; Agro-Processing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Integrated beef value chain, certified seeds, agro-processing facilities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Food exports, rural jobs, import substitution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food value-chain integration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500m | SADC USD 15bn+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15–50m | IRR 14–20% | Payback 5–7 yrs | Risk: Medium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Digital &amp; AI Infrastructure and Applications for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AI-ready data centres and regional digital platforms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Trade digitisation and productivity gains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AI and data services hub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150–300m | SADC USD 5bn+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20–60m | IRR 20–30% | Payback 3–5 yrs | Risk: Medium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Fintech, Digital Banking &amp; Emerging Financial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Cross-border payments, digital banking, regulated digital assets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Lower trade friction and SME finance access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AfCFTA-aligned payment and settlement rails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200m | SADC USD 30bn transaction value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10–40m | IRR 22–35% | Payback 3–4 yrs | Risk: Medium–High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SME Enablement &amp; Industrial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Industrial parks and digital SME platforms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SME formalisation and export participation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SME supplier networks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300m | SADC 50m SMEs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10–30m | IRR 15–20% | Payback 6–8 yrs | Risk: Medium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Climate-Resilient, Environmental &amp; Green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Carbon credits, climate intelligence, green infrastructure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ESG revenues and climate resilience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carbon and climate platforms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5–10m credits | Africa USD 50bn by 2050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10–40m | IRR 12–18% | Payback 7–10 yrs | Risk: Medium–High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Specialised Healthcare &amp; Medical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Regional specialised hospitals and diagnostics centres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Zimbabwe impact: Reduced medical tourism FX outflows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SADC scale: Regional healthcare destination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Market: Zimbabwe USD 1bn | SADC USD 5–7bn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Investment: USD 30–80m | IRR 13–18% | Payback 7–9 yrs | Risk: Medium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dr magaya</dc:creator>
  <cp:keywords/>
  <dc:description>generated using python-pptx</dc:description>
  <cp:lastModifiedBy>dr magaya</cp:lastModifiedBy>
  <cp:revision>2</cp:revision>
  <dcterms:created xsi:type="dcterms:W3CDTF">2013-01-27T09:14:16Z</dcterms:created>
  <dcterms:modified xsi:type="dcterms:W3CDTF">2026-01-22T08:53:16Z</dcterms:modified>
  <cp:category/>
</cp:coreProperties>
</file>