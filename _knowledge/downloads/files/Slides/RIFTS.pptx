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49225"/>
            <a:ext cx="10515600" cy="680720"/>
          </a:xfrm>
        </p:spPr>
        <p:txBody>
          <a:bodyPr>
            <a:normAutofit/>
          </a:bodyPr>
          <a:p>
            <a:r>
              <a:rPr lang="en-US" sz="2800" b="1">
                <a:ln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RIFTS-X - Records Intelligence &amp; File Tracking System</a:t>
            </a:r>
            <a:endParaRPr lang="en-US" sz="2800" b="1">
              <a:ln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609600" y="744220"/>
            <a:ext cx="5140960" cy="589089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sz="2570" b="1"/>
              <a:t>Records Intelligence &amp; File Tracking System</a:t>
            </a:r>
            <a:endParaRPr lang="en-US" altLang="en-US" sz="2570" b="1"/>
          </a:p>
          <a:p>
            <a:r>
              <a:rPr lang="en-US" altLang="en-US" sz="2220"/>
              <a:t>Transforming how government institutions manage physical and digital files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570" b="1"/>
              <a:t>The Institutional File Problem</a:t>
            </a:r>
            <a:endParaRPr lang="en-US" altLang="en-US" sz="2570" b="1"/>
          </a:p>
          <a:p>
            <a:pPr marL="0" indent="0">
              <a:buNone/>
            </a:pPr>
            <a:r>
              <a:rPr lang="en-US" altLang="en-US" sz="2000"/>
              <a:t>Government offices face daily records challenges: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Lost or misplaced files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No real-time visibility of file location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Slow approvals due to manual file movement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Paper records disconnected from digital systems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Weak audit trails and accountability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These issues lead to delayed decisions, operational inefficiencies, and institutional risk.</a:t>
            </a:r>
            <a:endParaRPr lang="en-US" altLang="en-US" sz="2000"/>
          </a:p>
        </p:txBody>
      </p:sp>
      <p:pic>
        <p:nvPicPr>
          <p:cNvPr id="8" name="Content Placeholder 7" descr="ChatGPT Image Mar 12, 2026 at 08_20_14 PM"/>
          <p:cNvPicPr>
            <a:picLocks noChangeAspect="1"/>
          </p:cNvPicPr>
          <p:nvPr>
            <p:ph sz="half" idx="2"/>
          </p:nvPr>
        </p:nvPicPr>
        <p:blipFill>
          <a:blip r:embed="rId1"/>
          <a:srcRect t="10760" b="16358"/>
          <a:stretch>
            <a:fillRect/>
          </a:stretch>
        </p:blipFill>
        <p:spPr>
          <a:xfrm>
            <a:off x="5936615" y="744220"/>
            <a:ext cx="5833110" cy="599186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0" y="0"/>
            <a:ext cx="1651000" cy="6813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WPS Presentation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patiencemupikeni</dc:creator>
  <cp:lastModifiedBy>patiencemupikeni</cp:lastModifiedBy>
  <cp:revision>3</cp:revision>
  <dcterms:created xsi:type="dcterms:W3CDTF">2026-03-12T18:30:18Z</dcterms:created>
  <dcterms:modified xsi:type="dcterms:W3CDTF">2026-03-12T18:30:18Z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D8DEEE4ED5BBF9A34DF7B26954FD2C81_41</vt:lpwstr>
  </property>
  <property fmtid="{D5CDD505-2E9C-101B-9397-08002B2CF9AE}" pid="3" name="KSOProductBuildVer">
    <vt:lpwstr>1033-12.1.23153.23153</vt:lpwstr>
  </property>
</Properties>
</file>