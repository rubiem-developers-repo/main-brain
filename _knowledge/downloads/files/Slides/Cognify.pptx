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5915" y="286459"/>
            <a:ext cx="3364108" cy="154948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55823" y="0"/>
            <a:ext cx="7732175" cy="10286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679127" y="4955476"/>
            <a:ext cx="3076574" cy="9429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74559" y="280701"/>
            <a:ext cx="282892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8970" y="1101061"/>
            <a:ext cx="9646920" cy="8522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37940">
              <a:lnSpc>
                <a:spcPct val="100000"/>
              </a:lnSpc>
              <a:spcBef>
                <a:spcPts val="100"/>
              </a:spcBef>
            </a:pPr>
            <a:r>
              <a:rPr dirty="0" sz="2900" spc="-80" b="1">
                <a:latin typeface="Verdana"/>
                <a:cs typeface="Verdana"/>
              </a:rPr>
              <a:t>UNLOCK</a:t>
            </a:r>
            <a:r>
              <a:rPr dirty="0" sz="2900" spc="-150" b="1">
                <a:latin typeface="Verdana"/>
                <a:cs typeface="Verdana"/>
              </a:rPr>
              <a:t> </a:t>
            </a:r>
            <a:r>
              <a:rPr dirty="0" sz="2900" spc="-114" b="1">
                <a:latin typeface="Verdana"/>
                <a:cs typeface="Verdana"/>
              </a:rPr>
              <a:t>YOUR</a:t>
            </a:r>
            <a:r>
              <a:rPr dirty="0" sz="2900" spc="-145" b="1">
                <a:latin typeface="Verdana"/>
                <a:cs typeface="Verdana"/>
              </a:rPr>
              <a:t> </a:t>
            </a:r>
            <a:r>
              <a:rPr dirty="0" sz="2900" spc="-160" b="1">
                <a:latin typeface="Verdana"/>
                <a:cs typeface="Verdana"/>
              </a:rPr>
              <a:t>INTELLIGENCE</a:t>
            </a:r>
            <a:endParaRPr sz="2900">
              <a:latin typeface="Verdana"/>
              <a:cs typeface="Verdana"/>
            </a:endParaRPr>
          </a:p>
          <a:p>
            <a:pPr algn="just" marL="12700" marR="944244">
              <a:lnSpc>
                <a:spcPct val="115700"/>
              </a:lnSpc>
              <a:spcBef>
                <a:spcPts val="2945"/>
              </a:spcBef>
            </a:pPr>
            <a:r>
              <a:rPr dirty="0" sz="2700">
                <a:latin typeface="Verdana"/>
                <a:cs typeface="Verdana"/>
              </a:rPr>
              <a:t>Traditional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 spc="50">
                <a:latin typeface="Verdana"/>
                <a:cs typeface="Verdana"/>
              </a:rPr>
              <a:t>education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 spc="-35">
                <a:latin typeface="Verdana"/>
                <a:cs typeface="Verdana"/>
              </a:rPr>
              <a:t>relies</a:t>
            </a:r>
            <a:r>
              <a:rPr dirty="0" sz="2700" spc="-185">
                <a:latin typeface="Verdana"/>
                <a:cs typeface="Verdana"/>
              </a:rPr>
              <a:t> </a:t>
            </a:r>
            <a:r>
              <a:rPr dirty="0" sz="2700" spc="75">
                <a:latin typeface="Verdana"/>
                <a:cs typeface="Verdana"/>
              </a:rPr>
              <a:t>on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memorization,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 spc="-10">
                <a:latin typeface="Verdana"/>
                <a:cs typeface="Verdana"/>
              </a:rPr>
              <a:t>rigid </a:t>
            </a:r>
            <a:r>
              <a:rPr dirty="0" sz="2700">
                <a:latin typeface="Verdana"/>
                <a:cs typeface="Verdana"/>
              </a:rPr>
              <a:t>subjects,</a:t>
            </a:r>
            <a:r>
              <a:rPr dirty="0" sz="2700" spc="229">
                <a:latin typeface="Verdana"/>
                <a:cs typeface="Verdana"/>
              </a:rPr>
              <a:t>  </a:t>
            </a:r>
            <a:r>
              <a:rPr dirty="0" sz="2700" spc="65">
                <a:latin typeface="Verdana"/>
                <a:cs typeface="Verdana"/>
              </a:rPr>
              <a:t>and</a:t>
            </a:r>
            <a:r>
              <a:rPr dirty="0" sz="2700" spc="229">
                <a:latin typeface="Verdana"/>
                <a:cs typeface="Verdana"/>
              </a:rPr>
              <a:t>  </a:t>
            </a:r>
            <a:r>
              <a:rPr dirty="0" sz="2700">
                <a:latin typeface="Verdana"/>
                <a:cs typeface="Verdana"/>
              </a:rPr>
              <a:t>slow</a:t>
            </a:r>
            <a:r>
              <a:rPr dirty="0" sz="2700" spc="229">
                <a:latin typeface="Verdana"/>
                <a:cs typeface="Verdana"/>
              </a:rPr>
              <a:t>  </a:t>
            </a:r>
            <a:r>
              <a:rPr dirty="0" sz="2700">
                <a:latin typeface="Verdana"/>
                <a:cs typeface="Verdana"/>
              </a:rPr>
              <a:t>learning</a:t>
            </a:r>
            <a:r>
              <a:rPr dirty="0" sz="2700" spc="229">
                <a:latin typeface="Verdana"/>
                <a:cs typeface="Verdana"/>
              </a:rPr>
              <a:t>  </a:t>
            </a:r>
            <a:r>
              <a:rPr dirty="0" sz="2700">
                <a:latin typeface="Verdana"/>
                <a:cs typeface="Verdana"/>
              </a:rPr>
              <a:t>systems,</a:t>
            </a:r>
            <a:r>
              <a:rPr dirty="0" sz="2700" spc="229">
                <a:latin typeface="Verdana"/>
                <a:cs typeface="Verdana"/>
              </a:rPr>
              <a:t>  </a:t>
            </a:r>
            <a:r>
              <a:rPr dirty="0" sz="2700" spc="-10">
                <a:latin typeface="Verdana"/>
                <a:cs typeface="Verdana"/>
              </a:rPr>
              <a:t>leaving </a:t>
            </a:r>
            <a:r>
              <a:rPr dirty="0" sz="2700" spc="65">
                <a:latin typeface="Verdana"/>
                <a:cs typeface="Verdana"/>
              </a:rPr>
              <a:t>knowledge</a:t>
            </a:r>
            <a:r>
              <a:rPr dirty="0" sz="2700" spc="660">
                <a:latin typeface="Verdana"/>
                <a:cs typeface="Verdana"/>
              </a:rPr>
              <a:t>  </a:t>
            </a:r>
            <a:r>
              <a:rPr dirty="0" sz="2700">
                <a:latin typeface="Verdana"/>
                <a:cs typeface="Verdana"/>
              </a:rPr>
              <a:t>fragmented,</a:t>
            </a:r>
            <a:r>
              <a:rPr dirty="0" sz="2700" spc="660">
                <a:latin typeface="Verdana"/>
                <a:cs typeface="Verdana"/>
              </a:rPr>
              <a:t>  </a:t>
            </a:r>
            <a:r>
              <a:rPr dirty="0" sz="2700">
                <a:latin typeface="Verdana"/>
                <a:cs typeface="Verdana"/>
              </a:rPr>
              <a:t>unpersonalized,</a:t>
            </a:r>
            <a:r>
              <a:rPr dirty="0" sz="2700" spc="665">
                <a:latin typeface="Verdana"/>
                <a:cs typeface="Verdana"/>
              </a:rPr>
              <a:t>  </a:t>
            </a:r>
            <a:r>
              <a:rPr dirty="0" sz="2700" spc="40">
                <a:latin typeface="Verdana"/>
                <a:cs typeface="Verdana"/>
              </a:rPr>
              <a:t>and </a:t>
            </a:r>
            <a:r>
              <a:rPr dirty="0" sz="2700">
                <a:latin typeface="Verdana"/>
                <a:cs typeface="Verdana"/>
              </a:rPr>
              <a:t>difficult</a:t>
            </a:r>
            <a:r>
              <a:rPr dirty="0" sz="2700" spc="430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for</a:t>
            </a:r>
            <a:r>
              <a:rPr dirty="0" sz="2700" spc="434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many</a:t>
            </a:r>
            <a:r>
              <a:rPr dirty="0" sz="2700" spc="434">
                <a:latin typeface="Verdana"/>
                <a:cs typeface="Verdana"/>
              </a:rPr>
              <a:t> </a:t>
            </a:r>
            <a:r>
              <a:rPr dirty="0" sz="2700" spc="55">
                <a:latin typeface="Verdana"/>
                <a:cs typeface="Verdana"/>
              </a:rPr>
              <a:t>people</a:t>
            </a:r>
            <a:r>
              <a:rPr dirty="0" sz="2700" spc="434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to</a:t>
            </a:r>
            <a:r>
              <a:rPr dirty="0" sz="2700" spc="430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access</a:t>
            </a:r>
            <a:r>
              <a:rPr dirty="0" sz="2700" spc="434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in</a:t>
            </a:r>
            <a:r>
              <a:rPr dirty="0" sz="2700" spc="434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ways</a:t>
            </a:r>
            <a:r>
              <a:rPr dirty="0" sz="2700" spc="434">
                <a:latin typeface="Verdana"/>
                <a:cs typeface="Verdana"/>
              </a:rPr>
              <a:t> </a:t>
            </a:r>
            <a:r>
              <a:rPr dirty="0" sz="2700" spc="-20">
                <a:latin typeface="Verdana"/>
                <a:cs typeface="Verdana"/>
              </a:rPr>
              <a:t>that </a:t>
            </a:r>
            <a:r>
              <a:rPr dirty="0" sz="2700" spc="85">
                <a:latin typeface="Verdana"/>
                <a:cs typeface="Verdana"/>
              </a:rPr>
              <a:t>match</a:t>
            </a:r>
            <a:r>
              <a:rPr dirty="0" sz="2700" spc="-195">
                <a:latin typeface="Verdana"/>
                <a:cs typeface="Verdana"/>
              </a:rPr>
              <a:t> </a:t>
            </a:r>
            <a:r>
              <a:rPr dirty="0" sz="2700" spc="100">
                <a:latin typeface="Verdana"/>
                <a:cs typeface="Verdana"/>
              </a:rPr>
              <a:t>how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they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>
                <a:latin typeface="Verdana"/>
                <a:cs typeface="Verdana"/>
              </a:rPr>
              <a:t>think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 spc="65">
                <a:latin typeface="Verdana"/>
                <a:cs typeface="Verdana"/>
              </a:rPr>
              <a:t>and</a:t>
            </a:r>
            <a:r>
              <a:rPr dirty="0" sz="2700" spc="-190">
                <a:latin typeface="Verdana"/>
                <a:cs typeface="Verdana"/>
              </a:rPr>
              <a:t> </a:t>
            </a:r>
            <a:r>
              <a:rPr dirty="0" sz="2700" spc="-10">
                <a:latin typeface="Verdana"/>
                <a:cs typeface="Verdana"/>
              </a:rPr>
              <a:t>learn.</a:t>
            </a:r>
            <a:endParaRPr sz="2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100" spc="-50">
                <a:latin typeface="Verdana"/>
                <a:cs typeface="Verdana"/>
              </a:rPr>
              <a:t>Today’s</a:t>
            </a:r>
            <a:r>
              <a:rPr dirty="0" sz="2100" spc="-135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Capabilities</a:t>
            </a:r>
            <a:endParaRPr sz="2100">
              <a:latin typeface="Verdana"/>
              <a:cs typeface="Verdana"/>
            </a:endParaRPr>
          </a:p>
          <a:p>
            <a:pPr marL="12700" marR="2306320">
              <a:lnSpc>
                <a:spcPct val="116100"/>
              </a:lnSpc>
            </a:pPr>
            <a:r>
              <a:rPr dirty="0" sz="2100" spc="-55">
                <a:latin typeface="Verdana"/>
                <a:cs typeface="Verdana"/>
              </a:rPr>
              <a:t>Courses,</a:t>
            </a:r>
            <a:r>
              <a:rPr dirty="0" sz="2100" spc="-125">
                <a:latin typeface="Verdana"/>
                <a:cs typeface="Verdana"/>
              </a:rPr>
              <a:t> </a:t>
            </a:r>
            <a:r>
              <a:rPr dirty="0" sz="2100" spc="-30">
                <a:latin typeface="Verdana"/>
                <a:cs typeface="Verdana"/>
              </a:rPr>
              <a:t>Lectures,</a:t>
            </a:r>
            <a:r>
              <a:rPr dirty="0" sz="2100" spc="-120">
                <a:latin typeface="Verdana"/>
                <a:cs typeface="Verdana"/>
              </a:rPr>
              <a:t> </a:t>
            </a:r>
            <a:r>
              <a:rPr dirty="0" sz="2100" spc="-55">
                <a:latin typeface="Verdana"/>
                <a:cs typeface="Verdana"/>
              </a:rPr>
              <a:t>Tutorials,</a:t>
            </a:r>
            <a:r>
              <a:rPr dirty="0" sz="2100" spc="-120">
                <a:latin typeface="Verdana"/>
                <a:cs typeface="Verdana"/>
              </a:rPr>
              <a:t> </a:t>
            </a:r>
            <a:r>
              <a:rPr dirty="0" sz="2100" spc="55">
                <a:latin typeface="Verdana"/>
                <a:cs typeface="Verdana"/>
              </a:rPr>
              <a:t>and</a:t>
            </a:r>
            <a:r>
              <a:rPr dirty="0" sz="2100" spc="-12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Assessments</a:t>
            </a:r>
            <a:r>
              <a:rPr dirty="0" sz="2100" spc="-12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Platform </a:t>
            </a:r>
            <a:r>
              <a:rPr dirty="0" sz="2100">
                <a:latin typeface="Verdana"/>
                <a:cs typeface="Verdana"/>
              </a:rPr>
              <a:t>Education,</a:t>
            </a:r>
            <a:r>
              <a:rPr dirty="0" sz="2100" spc="-110">
                <a:latin typeface="Verdana"/>
                <a:cs typeface="Verdana"/>
              </a:rPr>
              <a:t> </a:t>
            </a:r>
            <a:r>
              <a:rPr dirty="0" sz="2100" spc="-55">
                <a:latin typeface="Verdana"/>
                <a:cs typeface="Verdana"/>
              </a:rPr>
              <a:t>Exams,</a:t>
            </a:r>
            <a:r>
              <a:rPr dirty="0" sz="2100" spc="-105">
                <a:latin typeface="Verdana"/>
                <a:cs typeface="Verdana"/>
              </a:rPr>
              <a:t> </a:t>
            </a:r>
            <a:r>
              <a:rPr dirty="0" sz="2100" spc="55">
                <a:latin typeface="Verdana"/>
                <a:cs typeface="Verdana"/>
              </a:rPr>
              <a:t>and</a:t>
            </a:r>
            <a:r>
              <a:rPr dirty="0" sz="2100" spc="-10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Student</a:t>
            </a:r>
            <a:r>
              <a:rPr dirty="0" sz="2100" spc="-105">
                <a:latin typeface="Verdana"/>
                <a:cs typeface="Verdana"/>
              </a:rPr>
              <a:t> </a:t>
            </a:r>
            <a:r>
              <a:rPr dirty="0" sz="2100" spc="65">
                <a:latin typeface="Verdana"/>
                <a:cs typeface="Verdana"/>
              </a:rPr>
              <a:t>Management</a:t>
            </a:r>
            <a:r>
              <a:rPr dirty="0" sz="2100" spc="-105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System </a:t>
            </a:r>
            <a:r>
              <a:rPr dirty="0" sz="2100">
                <a:latin typeface="Verdana"/>
                <a:cs typeface="Verdana"/>
              </a:rPr>
              <a:t>Create</a:t>
            </a:r>
            <a:r>
              <a:rPr dirty="0" sz="2100" spc="-14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Your</a:t>
            </a:r>
            <a:r>
              <a:rPr dirty="0" sz="2100" spc="-140">
                <a:latin typeface="Verdana"/>
                <a:cs typeface="Verdana"/>
              </a:rPr>
              <a:t> </a:t>
            </a:r>
            <a:r>
              <a:rPr dirty="0" sz="2100" spc="100">
                <a:latin typeface="Verdana"/>
                <a:cs typeface="Verdana"/>
              </a:rPr>
              <a:t>Own</a:t>
            </a:r>
            <a:r>
              <a:rPr dirty="0" sz="2100" spc="-13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Training</a:t>
            </a:r>
            <a:r>
              <a:rPr dirty="0" sz="2100" spc="-140">
                <a:latin typeface="Verdana"/>
                <a:cs typeface="Verdana"/>
              </a:rPr>
              <a:t> </a:t>
            </a:r>
            <a:r>
              <a:rPr dirty="0" sz="2100" spc="-20">
                <a:latin typeface="Verdana"/>
                <a:cs typeface="Verdana"/>
              </a:rPr>
              <a:t>or</a:t>
            </a:r>
            <a:r>
              <a:rPr dirty="0" sz="2100" spc="-14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Use</a:t>
            </a:r>
            <a:r>
              <a:rPr dirty="0" sz="2100" spc="-13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Existing</a:t>
            </a:r>
            <a:r>
              <a:rPr dirty="0" sz="2100" spc="-140">
                <a:latin typeface="Verdana"/>
                <a:cs typeface="Verdana"/>
              </a:rPr>
              <a:t> </a:t>
            </a:r>
            <a:r>
              <a:rPr dirty="0" sz="2100" spc="35">
                <a:latin typeface="Verdana"/>
                <a:cs typeface="Verdana"/>
              </a:rPr>
              <a:t>Content </a:t>
            </a:r>
            <a:r>
              <a:rPr dirty="0" sz="2100" spc="-10">
                <a:latin typeface="Verdana"/>
                <a:cs typeface="Verdana"/>
              </a:rPr>
              <a:t>Online,</a:t>
            </a:r>
            <a:r>
              <a:rPr dirty="0" sz="2100" spc="-85">
                <a:latin typeface="Verdana"/>
                <a:cs typeface="Verdana"/>
              </a:rPr>
              <a:t> </a:t>
            </a:r>
            <a:r>
              <a:rPr dirty="0" sz="2100" spc="-35">
                <a:latin typeface="Verdana"/>
                <a:cs typeface="Verdana"/>
              </a:rPr>
              <a:t>Classroom,</a:t>
            </a:r>
            <a:r>
              <a:rPr dirty="0" sz="2100" spc="-85">
                <a:latin typeface="Verdana"/>
                <a:cs typeface="Verdana"/>
              </a:rPr>
              <a:t> </a:t>
            </a:r>
            <a:r>
              <a:rPr dirty="0" sz="2100" spc="55">
                <a:latin typeface="Verdana"/>
                <a:cs typeface="Verdana"/>
              </a:rPr>
              <a:t>and</a:t>
            </a:r>
            <a:r>
              <a:rPr dirty="0" sz="2100" spc="-8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Hybrid</a:t>
            </a:r>
            <a:r>
              <a:rPr dirty="0" sz="2100" spc="-8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Learning</a:t>
            </a:r>
            <a:r>
              <a:rPr dirty="0" sz="2100" spc="-8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Platform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100">
                <a:latin typeface="Verdana"/>
                <a:cs typeface="Verdana"/>
              </a:rPr>
              <a:t>The</a:t>
            </a:r>
            <a:r>
              <a:rPr dirty="0" sz="2100" spc="-8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Future</a:t>
            </a:r>
            <a:r>
              <a:rPr dirty="0" sz="2100" spc="-8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of</a:t>
            </a:r>
            <a:r>
              <a:rPr dirty="0" sz="2100" spc="-8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Learning</a:t>
            </a:r>
            <a:r>
              <a:rPr dirty="0" sz="2100" spc="-80">
                <a:latin typeface="Verdana"/>
                <a:cs typeface="Verdana"/>
              </a:rPr>
              <a:t> </a:t>
            </a:r>
            <a:r>
              <a:rPr dirty="0" sz="2100" spc="-50">
                <a:latin typeface="Verdana"/>
                <a:cs typeface="Verdana"/>
              </a:rPr>
              <a:t>is</a:t>
            </a:r>
            <a:r>
              <a:rPr dirty="0" sz="2100" spc="-85">
                <a:latin typeface="Verdana"/>
                <a:cs typeface="Verdana"/>
              </a:rPr>
              <a:t> </a:t>
            </a:r>
            <a:r>
              <a:rPr dirty="0" sz="2100" spc="-20">
                <a:latin typeface="Verdana"/>
                <a:cs typeface="Verdana"/>
              </a:rPr>
              <a:t>Here</a:t>
            </a:r>
            <a:endParaRPr sz="2100">
              <a:latin typeface="Verdana"/>
              <a:cs typeface="Verdana"/>
            </a:endParaRPr>
          </a:p>
          <a:p>
            <a:pPr marL="12700" marR="2047875">
              <a:lnSpc>
                <a:spcPct val="116100"/>
              </a:lnSpc>
            </a:pPr>
            <a:r>
              <a:rPr dirty="0" sz="2100">
                <a:latin typeface="Verdana"/>
                <a:cs typeface="Verdana"/>
              </a:rPr>
              <a:t>Multi-</a:t>
            </a:r>
            <a:r>
              <a:rPr dirty="0" sz="2100" spc="-10">
                <a:latin typeface="Verdana"/>
                <a:cs typeface="Verdana"/>
              </a:rPr>
              <a:t>Modal,</a:t>
            </a:r>
            <a:r>
              <a:rPr dirty="0" sz="2100" spc="-1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Multilingual</a:t>
            </a:r>
            <a:r>
              <a:rPr dirty="0" sz="2100" spc="-15">
                <a:latin typeface="Verdana"/>
                <a:cs typeface="Verdana"/>
              </a:rPr>
              <a:t> </a:t>
            </a:r>
            <a:r>
              <a:rPr dirty="0" sz="2100" spc="-105">
                <a:latin typeface="Verdana"/>
                <a:cs typeface="Verdana"/>
              </a:rPr>
              <a:t>AI</a:t>
            </a:r>
            <a:r>
              <a:rPr dirty="0" sz="2100" spc="-1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Learning</a:t>
            </a:r>
            <a:r>
              <a:rPr dirty="0" sz="2100" spc="-15">
                <a:latin typeface="Verdana"/>
                <a:cs typeface="Verdana"/>
              </a:rPr>
              <a:t> </a:t>
            </a:r>
            <a:r>
              <a:rPr dirty="0" sz="2100" spc="-135">
                <a:latin typeface="Verdana"/>
                <a:cs typeface="Verdana"/>
              </a:rPr>
              <a:t>(Text,</a:t>
            </a:r>
            <a:r>
              <a:rPr dirty="0" sz="2100" spc="-15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Audio,</a:t>
            </a:r>
            <a:r>
              <a:rPr dirty="0" sz="2100" spc="-15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Video) </a:t>
            </a:r>
            <a:r>
              <a:rPr dirty="0" sz="2100">
                <a:latin typeface="Verdana"/>
                <a:cs typeface="Verdana"/>
              </a:rPr>
              <a:t>Create</a:t>
            </a:r>
            <a:r>
              <a:rPr dirty="0" sz="2100" spc="-15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an</a:t>
            </a:r>
            <a:r>
              <a:rPr dirty="0" sz="2100" spc="-145">
                <a:latin typeface="Verdana"/>
                <a:cs typeface="Verdana"/>
              </a:rPr>
              <a:t> </a:t>
            </a:r>
            <a:r>
              <a:rPr dirty="0" sz="2100" spc="-105">
                <a:latin typeface="Verdana"/>
                <a:cs typeface="Verdana"/>
              </a:rPr>
              <a:t>AI</a:t>
            </a:r>
            <a:r>
              <a:rPr dirty="0" sz="2100" spc="-145">
                <a:latin typeface="Verdana"/>
                <a:cs typeface="Verdana"/>
              </a:rPr>
              <a:t> </a:t>
            </a:r>
            <a:r>
              <a:rPr dirty="0" sz="2100" spc="-30">
                <a:latin typeface="Verdana"/>
                <a:cs typeface="Verdana"/>
              </a:rPr>
              <a:t>Avatar</a:t>
            </a:r>
            <a:r>
              <a:rPr dirty="0" sz="2100" spc="-15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of</a:t>
            </a:r>
            <a:r>
              <a:rPr dirty="0" sz="2100" spc="-14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Anyone</a:t>
            </a:r>
            <a:r>
              <a:rPr dirty="0" sz="2100" spc="-145">
                <a:latin typeface="Verdana"/>
                <a:cs typeface="Verdana"/>
              </a:rPr>
              <a:t> </a:t>
            </a:r>
            <a:r>
              <a:rPr dirty="0" sz="2100" spc="50">
                <a:latin typeface="Verdana"/>
                <a:cs typeface="Verdana"/>
              </a:rPr>
              <a:t>You</a:t>
            </a:r>
            <a:r>
              <a:rPr dirty="0" sz="2100" spc="-150">
                <a:latin typeface="Verdana"/>
                <a:cs typeface="Verdana"/>
              </a:rPr>
              <a:t> </a:t>
            </a:r>
            <a:r>
              <a:rPr dirty="0" sz="2100" spc="85">
                <a:latin typeface="Verdana"/>
                <a:cs typeface="Verdana"/>
              </a:rPr>
              <a:t>Want</a:t>
            </a:r>
            <a:r>
              <a:rPr dirty="0" sz="2100" spc="-14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to</a:t>
            </a:r>
            <a:r>
              <a:rPr dirty="0" sz="2100" spc="-14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Teach</a:t>
            </a:r>
            <a:r>
              <a:rPr dirty="0" sz="2100" spc="-145">
                <a:latin typeface="Verdana"/>
                <a:cs typeface="Verdana"/>
              </a:rPr>
              <a:t> </a:t>
            </a:r>
            <a:r>
              <a:rPr dirty="0" sz="2100" spc="25">
                <a:latin typeface="Verdana"/>
                <a:cs typeface="Verdana"/>
              </a:rPr>
              <a:t>You </a:t>
            </a:r>
            <a:r>
              <a:rPr dirty="0" sz="2100">
                <a:latin typeface="Verdana"/>
                <a:cs typeface="Verdana"/>
              </a:rPr>
              <a:t>Multidisciplinary</a:t>
            </a:r>
            <a:r>
              <a:rPr dirty="0" sz="2100" spc="-3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Learning</a:t>
            </a:r>
            <a:r>
              <a:rPr dirty="0" sz="2100" spc="-3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Across</a:t>
            </a:r>
            <a:r>
              <a:rPr dirty="0" sz="2100" spc="-30">
                <a:latin typeface="Verdana"/>
                <a:cs typeface="Verdana"/>
              </a:rPr>
              <a:t> </a:t>
            </a:r>
            <a:r>
              <a:rPr dirty="0" sz="2100" spc="50">
                <a:latin typeface="Verdana"/>
                <a:cs typeface="Verdana"/>
              </a:rPr>
              <a:t>Multiple</a:t>
            </a:r>
            <a:r>
              <a:rPr dirty="0" sz="2100" spc="-3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Subjects </a:t>
            </a:r>
            <a:r>
              <a:rPr dirty="0" sz="2100" spc="55">
                <a:latin typeface="Verdana"/>
                <a:cs typeface="Verdana"/>
              </a:rPr>
              <a:t>Knowledge</a:t>
            </a:r>
            <a:r>
              <a:rPr dirty="0" sz="2100" spc="-5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Time</a:t>
            </a:r>
            <a:r>
              <a:rPr dirty="0" sz="2100" spc="-5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Compression</a:t>
            </a:r>
            <a:r>
              <a:rPr dirty="0" sz="2100" spc="-5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Thinking</a:t>
            </a:r>
            <a:r>
              <a:rPr dirty="0" sz="2100" spc="-55">
                <a:latin typeface="Verdana"/>
                <a:cs typeface="Verdana"/>
              </a:rPr>
              <a:t> </a:t>
            </a:r>
            <a:r>
              <a:rPr dirty="0" sz="2100" spc="60">
                <a:latin typeface="Verdana"/>
                <a:cs typeface="Verdana"/>
              </a:rPr>
              <a:t>Engine</a:t>
            </a:r>
            <a:r>
              <a:rPr dirty="0" sz="2100" spc="-5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(KTCE) </a:t>
            </a:r>
            <a:r>
              <a:rPr dirty="0" sz="2100">
                <a:latin typeface="Verdana"/>
                <a:cs typeface="Verdana"/>
              </a:rPr>
              <a:t>Learn</a:t>
            </a:r>
            <a:r>
              <a:rPr dirty="0" sz="2100" spc="-114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Faster</a:t>
            </a:r>
            <a:r>
              <a:rPr dirty="0" sz="2100" spc="-11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by</a:t>
            </a:r>
            <a:r>
              <a:rPr dirty="0" sz="2100" spc="-11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Teaching</a:t>
            </a:r>
            <a:r>
              <a:rPr dirty="0" sz="2100" spc="-114">
                <a:latin typeface="Verdana"/>
                <a:cs typeface="Verdana"/>
              </a:rPr>
              <a:t> </a:t>
            </a:r>
            <a:r>
              <a:rPr dirty="0" sz="2100" spc="-105">
                <a:latin typeface="Verdana"/>
                <a:cs typeface="Verdana"/>
              </a:rPr>
              <a:t>AI</a:t>
            </a:r>
            <a:r>
              <a:rPr dirty="0" sz="2100" spc="-11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Agents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100" spc="55">
                <a:latin typeface="Verdana"/>
                <a:cs typeface="Verdana"/>
              </a:rPr>
              <a:t>Upload</a:t>
            </a:r>
            <a:r>
              <a:rPr dirty="0" sz="2100" spc="-160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Anything,</a:t>
            </a:r>
            <a:r>
              <a:rPr dirty="0" sz="2100" spc="-15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Create</a:t>
            </a:r>
            <a:r>
              <a:rPr dirty="0" sz="2100" spc="-155">
                <a:latin typeface="Verdana"/>
                <a:cs typeface="Verdana"/>
              </a:rPr>
              <a:t> </a:t>
            </a:r>
            <a:r>
              <a:rPr dirty="0" sz="2100">
                <a:latin typeface="Verdana"/>
                <a:cs typeface="Verdana"/>
              </a:rPr>
              <a:t>Training</a:t>
            </a:r>
            <a:r>
              <a:rPr dirty="0" sz="2100" spc="-160">
                <a:latin typeface="Verdana"/>
                <a:cs typeface="Verdana"/>
              </a:rPr>
              <a:t> </a:t>
            </a:r>
            <a:r>
              <a:rPr dirty="0" sz="2100" spc="-10">
                <a:latin typeface="Verdana"/>
                <a:cs typeface="Verdana"/>
              </a:rPr>
              <a:t>Instantly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5"/>
              <a:t>COGNIFY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Takudzwa Chakanyuka</dc:creator>
  <cp:keywords>DAHDwmN--MU,BAFwgz_DqBA,0</cp:keywords>
  <dc:title>White and Violet Professional Modern Technology Pitch Deck Presentation</dc:title>
  <dcterms:created xsi:type="dcterms:W3CDTF">2026-03-13T08:24:35Z</dcterms:created>
  <dcterms:modified xsi:type="dcterms:W3CDTF">2026-03-13T08:24:35Z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Creator">
    <vt:lpwstr>Canva</vt:lpwstr>
  </property>
  <property fmtid="{D5CDD505-2E9C-101B-9397-08002B2CF9AE}" pid="4" name="LastSaved">
    <vt:filetime>2026-03-13T00:00:00Z</vt:filetime>
  </property>
  <property fmtid="{D5CDD505-2E9C-101B-9397-08002B2CF9AE}" pid="5" name="Producer">
    <vt:lpwstr>Canva</vt:lpwstr>
  </property>
</Properties>
</file>